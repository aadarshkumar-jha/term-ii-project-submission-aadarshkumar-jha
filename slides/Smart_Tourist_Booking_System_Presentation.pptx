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64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00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7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5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01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352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5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4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67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Tourist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Manual booking systems are inefficient.</a:t>
            </a:r>
          </a:p>
          <a:p>
            <a:r>
              <a:t>Target Users: Tourists &amp; Travel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70154"/>
          </a:xfrm>
        </p:spPr>
        <p:txBody>
          <a:bodyPr/>
          <a:lstStyle/>
          <a:p>
            <a:r>
              <a:rPr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742"/>
            <a:ext cx="8229600" cy="1467465"/>
          </a:xfrm>
        </p:spPr>
        <p:txBody>
          <a:bodyPr>
            <a:normAutofit lnSpcReduction="10000"/>
          </a:bodyPr>
          <a:lstStyle/>
          <a:p>
            <a:r>
              <a:rPr sz="2000" dirty="0"/>
              <a:t>Architecture: Main → Service → Repository → Model</a:t>
            </a:r>
          </a:p>
          <a:p>
            <a:r>
              <a:rPr sz="2000" dirty="0"/>
              <a:t>Key Classes: User, Booking, </a:t>
            </a:r>
            <a:r>
              <a:rPr sz="2000" dirty="0" err="1"/>
              <a:t>TouristSpot</a:t>
            </a:r>
            <a:r>
              <a:rPr sz="2000" dirty="0"/>
              <a:t>, </a:t>
            </a:r>
            <a:r>
              <a:rPr sz="2000" dirty="0" err="1"/>
              <a:t>BookingService</a:t>
            </a:r>
            <a:r>
              <a:rPr sz="2000" dirty="0"/>
              <a:t>, </a:t>
            </a:r>
            <a:r>
              <a:rPr sz="2000" dirty="0" err="1"/>
              <a:t>BookingRepository</a:t>
            </a:r>
            <a:endParaRPr sz="2000" dirty="0"/>
          </a:p>
          <a:p>
            <a:r>
              <a:rPr sz="2000" dirty="0"/>
              <a:t>Packages: model, service, repository, util, exception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8D5EA-D614-4572-5258-31F0CCF32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29" y="2684207"/>
            <a:ext cx="6259232" cy="4172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Abstraction: Service layer</a:t>
            </a:r>
          </a:p>
          <a:p>
            <a:r>
              <a:t>Encapsulation: Private variables</a:t>
            </a:r>
          </a:p>
          <a:p>
            <a:r>
              <a:t>Exception Handling: BookingException</a:t>
            </a:r>
          </a:p>
          <a:p>
            <a:r>
              <a:t>Design Pattern: Layered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Feature: Booking Management System</a:t>
            </a:r>
          </a:p>
          <a:p>
            <a:r>
              <a:t>Logic: User → Booking → Storage</a:t>
            </a:r>
          </a:p>
          <a:p>
            <a:r>
              <a:t>Why: Structured and efficient data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800"/>
          </a:xfrm>
        </p:spPr>
        <p:txBody>
          <a:bodyPr>
            <a:normAutofit fontScale="92500" lnSpcReduction="20000"/>
          </a:bodyPr>
          <a:lstStyle/>
          <a:p>
            <a:r>
              <a:rPr sz="2000" dirty="0"/>
              <a:t>Run system</a:t>
            </a:r>
          </a:p>
          <a:p>
            <a:r>
              <a:rPr sz="2000" dirty="0"/>
              <a:t>Create booking</a:t>
            </a:r>
          </a:p>
          <a:p>
            <a:r>
              <a:rPr sz="2000" dirty="0"/>
              <a:t>View booking</a:t>
            </a:r>
          </a:p>
          <a:p>
            <a:r>
              <a:rPr sz="2000" dirty="0"/>
              <a:t>Show error handling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EFF2D-5660-4241-6D6B-2315B4E2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986" y="3186343"/>
            <a:ext cx="4363059" cy="163852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</TotalTime>
  <Words>106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Garamond</vt:lpstr>
      <vt:lpstr>Savon</vt:lpstr>
      <vt:lpstr>Smart Tourist Booking System</vt:lpstr>
      <vt:lpstr>System Design</vt:lpstr>
      <vt:lpstr>OOP Concepts Used</vt:lpstr>
      <vt:lpstr>Technical Highlight</vt:lpstr>
      <vt:lpstr>Live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AADARSH KUMAR JHA</cp:lastModifiedBy>
  <cp:revision>2</cp:revision>
  <dcterms:created xsi:type="dcterms:W3CDTF">2013-01-27T09:14:16Z</dcterms:created>
  <dcterms:modified xsi:type="dcterms:W3CDTF">2026-03-29T17:30:48Z</dcterms:modified>
  <cp:category/>
</cp:coreProperties>
</file>